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4375A"/>
                </a:solidFill>
              </a:rPr>
              <a:t>Azure Application Insights
Instrumentation for a Web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33756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9737D"/>
                </a:solidFill>
              </a:rPr>
              <a:t>Application Monitoring • Observability • Distributed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4069080"/>
            <a:ext cx="8458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32323"/>
                </a:solidFill>
              </a:rPr>
              <a:t>Project Code: 24CC3046-P068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32323"/>
                </a:solidFill>
              </a:rPr>
              <a:t>Team Number: T272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32323"/>
                </a:solidFill>
              </a:rPr>
              <a:t>Team Details: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232323"/>
                </a:solidFill>
              </a:rPr>
              <a:t>ID: 2400030235, Name: B Tarun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232323"/>
                </a:solidFill>
              </a:rPr>
              <a:t>ID: 2400030268, Name: A Srinithi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232323"/>
                </a:solidFill>
              </a:rPr>
              <a:t>ID: 2400030570, Name: Aaftaab Rabbani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75A"/>
                </a:solidFill>
              </a:rPr>
              <a:t>Aim &amp;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Build a web application and monitor its behavior using Azure Application Insights.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Identify slow requests, failed dependencies, exceptions and performance bottlenecks.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Traditional logs may show errors but often do not clearly show where a request became slow or failed.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OpenTelemetry provides the instrumentation layer for collecting telemetry.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75A"/>
                </a:solidFill>
              </a:rPr>
              <a:t>Main Technology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28600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375A"/>
                </a:solidFill>
              </a:rPr>
              <a:t>React
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463040"/>
            <a:ext cx="228600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375A"/>
                </a:solidFill>
              </a:rPr>
              <a:t>Spring Boot
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228600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375A"/>
                </a:solidFill>
              </a:rPr>
              <a:t>MySQL
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463040"/>
            <a:ext cx="228600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375A"/>
                </a:solidFill>
              </a:rPr>
              <a:t>Postman
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246120"/>
            <a:ext cx="265176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375A"/>
                </a:solidFill>
              </a:rPr>
              <a:t>Spring Security
+ JWT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246120"/>
            <a:ext cx="265176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375A"/>
                </a:solidFill>
              </a:rPr>
              <a:t>OpenTelemetry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246120"/>
            <a:ext cx="265176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375A"/>
                </a:solidFill>
              </a:rPr>
              <a:t>Azure Application
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75A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0" y="1188720"/>
            <a:ext cx="274320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375A"/>
                </a:solidFill>
              </a:rP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2057400"/>
            <a:ext cx="3383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375A"/>
                </a:solidFill>
              </a:rPr>
              <a:t>React 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2926080"/>
            <a:ext cx="411480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375A"/>
                </a:solidFill>
              </a:rPr>
              <a:t>Spring Boot 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60520"/>
            <a:ext cx="2834640" cy="73152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375A"/>
                </a:solidFill>
              </a:rPr>
              <a:t>MySQL
Business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4160520"/>
            <a:ext cx="2743200" cy="73152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375A"/>
                </a:solidFill>
              </a:rPr>
              <a:t>OpenTelemetry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160520"/>
            <a:ext cx="2834640" cy="73152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375A"/>
                </a:solidFill>
              </a:rPr>
              <a:t>External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5394960"/>
            <a:ext cx="2926080" cy="73152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375A"/>
                </a:solidFill>
              </a:rPr>
              <a:t>Application Insights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1783080"/>
            <a:ext cx="0" cy="2743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0" y="2651760"/>
            <a:ext cx="0" cy="2743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31720" y="3520440"/>
            <a:ext cx="2423160" cy="64008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3520440"/>
            <a:ext cx="0" cy="64008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3520440"/>
            <a:ext cx="2331720" cy="64008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40" y="4892040"/>
            <a:ext cx="0" cy="50292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75A"/>
                </a:solidFill>
              </a:rPr>
              <a:t>Database &amp; Authentication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120640" cy="6858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375A"/>
                </a:solidFill>
              </a:rPr>
              <a:t>MySQL — Application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users: id, name, email, password hash, role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products: id, name, price, stock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orders: id, user_id, total, status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order_items: order_id, product_id, quantity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120640" cy="6858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375A"/>
                </a:solidFill>
              </a:rPr>
              <a:t>Spring Security + JWT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19456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Validate login credentials securely.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Hash passwords; never store plain-text passwords.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Generate JWT after successful login.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Send JWT with protected API requests.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USER / ADMIN roles control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75A"/>
                </a:solidFill>
              </a:rPr>
              <a:t>Main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6858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375A"/>
                </a:solidFill>
              </a:rPr>
              <a:t>1. End-to-End Request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Tracks a request through the API and its dependencies.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Shows database and external service calls involved.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Helps locate where a request failed or became slow.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71600"/>
            <a:ext cx="5212080" cy="6858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375A"/>
                </a:solidFill>
              </a:rPr>
              <a:t>2. Find the Slowest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22402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Measures dependency execution time.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Compares database and HTTP service calls.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Identifies the main performance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4892040"/>
            <a:ext cx="7772400" cy="6858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375A"/>
                </a:solidFill>
              </a:rPr>
              <a:t>POST /orders → MySQL → External API →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75A"/>
                </a:solidFill>
              </a:rPr>
              <a:t>What Application Insights Monitors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834640" cy="64008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375A"/>
                </a:solidFill>
              </a:rPr>
              <a:t>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84832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32323"/>
                </a:solidFill>
              </a:rPr>
              <a:t>API calls &amp; duration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1371600"/>
            <a:ext cx="2834640" cy="64008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375A"/>
                </a:solidFill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2084832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32323"/>
                </a:solidFill>
              </a:rPr>
              <a:t>DB / HTTP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71600"/>
            <a:ext cx="2834640" cy="64008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375A"/>
                </a:solidFill>
              </a:rPr>
              <a:t>Exceptions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084832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32323"/>
                </a:solidFill>
              </a:rPr>
              <a:t>Errors &amp; failures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2834640" cy="64008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375A"/>
                </a:solidFill>
              </a:rPr>
              <a:t>Traces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42232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32323"/>
                </a:solidFill>
              </a:rPr>
              <a:t>Diagnostic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3429000"/>
            <a:ext cx="2834640" cy="64008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375A"/>
                </a:solidFill>
              </a:rPr>
              <a:t>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142232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32323"/>
                </a:solidFill>
              </a:rPr>
              <a:t>Performance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429000"/>
            <a:ext cx="2834640" cy="64008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375A"/>
                </a:solidFill>
              </a:rPr>
              <a:t>Application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142232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32323"/>
                </a:solidFill>
              </a:rPr>
              <a:t>Component 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75A"/>
                </a:solidFill>
              </a:rPr>
              <a:t>KQL, Sampling &amp;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KQL (Kusto Query Language) is used to query and analyze Azure telemetry.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Only basic KQL is needed: where, project, order by and summarize.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Example: requests | where success == false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Sampling reduces telemetry volume and cost, but excessive sampling can reduce diagnostic visibility.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Alerts can notify when failure rates or response times cross a chosen threshold.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75A"/>
                </a:solidFill>
              </a:rPr>
              <a:t>Testing &amp; Final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Test REST APIs using Postman.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Verify successful and failed requests in Application Insights.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Create a controlled slow dependency and identify the bottleneck.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Trigger a controlled failure and trace it to the dependency/exception.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Run a basic KQL query and show Application Map, performance data and alerts.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5166360"/>
            <a:ext cx="8503920" cy="68580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375A"/>
                </a:solidFill>
              </a:rPr>
              <a:t>User → API → Database/Dependency → Telemetry → Azure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75A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The project combines a functional web application with cloud-based observability.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MySQL stores business data; Application Insights handles monitoring telemetry.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OpenTelemetry connects application instrumentation with Azure monitoring.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The main outcome is faster identification of failures and performance bottlenecks.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</a:defRPr>
            </a:pPr>
            <a:r>
              <a:t>Future scope: Azure deployment, more services, custom metrics, dashboards and advanced KQL.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5120640"/>
            <a:ext cx="6766560" cy="731520"/>
          </a:xfrm>
          <a:prstGeom prst="roundRect">
            <a:avLst/>
          </a:prstGeom>
          <a:solidFill>
            <a:srgbClr val="EBF4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375A"/>
                </a:solidFill>
              </a:rPr>
              <a:t>Web App + OpenTelemetry + Azure Application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